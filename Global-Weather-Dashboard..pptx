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uru kartheek" userId="d1fee84de1dd89a8" providerId="LiveId" clId="{2C7568D1-51D7-437B-882C-BAF9B8306A85}"/>
    <pc:docChg chg="custSel modSld">
      <pc:chgData name="kavuru kartheek" userId="d1fee84de1dd89a8" providerId="LiveId" clId="{2C7568D1-51D7-437B-882C-BAF9B8306A85}" dt="2026-06-22T10:00:39.349" v="6" actId="1076"/>
      <pc:docMkLst>
        <pc:docMk/>
      </pc:docMkLst>
      <pc:sldChg chg="addSp delSp modSp mod">
        <pc:chgData name="kavuru kartheek" userId="d1fee84de1dd89a8" providerId="LiveId" clId="{2C7568D1-51D7-437B-882C-BAF9B8306A85}" dt="2026-06-22T08:26:22.196" v="5" actId="14100"/>
        <pc:sldMkLst>
          <pc:docMk/>
          <pc:sldMk cId="0" sldId="259"/>
        </pc:sldMkLst>
        <pc:grpChg chg="del">
          <ac:chgData name="kavuru kartheek" userId="d1fee84de1dd89a8" providerId="LiveId" clId="{2C7568D1-51D7-437B-882C-BAF9B8306A85}" dt="2026-06-22T08:25:54.433" v="0" actId="478"/>
          <ac:grpSpMkLst>
            <pc:docMk/>
            <pc:sldMk cId="0" sldId="259"/>
            <ac:grpSpMk id="7" creationId="{00000000-0000-0000-0000-000000000000}"/>
          </ac:grpSpMkLst>
        </pc:grpChg>
        <pc:picChg chg="add mod">
          <ac:chgData name="kavuru kartheek" userId="d1fee84de1dd89a8" providerId="LiveId" clId="{2C7568D1-51D7-437B-882C-BAF9B8306A85}" dt="2026-06-22T08:26:22.196" v="5" actId="14100"/>
          <ac:picMkLst>
            <pc:docMk/>
            <pc:sldMk cId="0" sldId="259"/>
            <ac:picMk id="13" creationId="{2B1E7E3E-7C18-9927-2E0E-64188143B5A0}"/>
          </ac:picMkLst>
        </pc:picChg>
      </pc:sldChg>
      <pc:sldChg chg="modSp mod">
        <pc:chgData name="kavuru kartheek" userId="d1fee84de1dd89a8" providerId="LiveId" clId="{2C7568D1-51D7-437B-882C-BAF9B8306A85}" dt="2026-06-22T10:00:39.349" v="6" actId="1076"/>
        <pc:sldMkLst>
          <pc:docMk/>
          <pc:sldMk cId="0" sldId="265"/>
        </pc:sldMkLst>
        <pc:grpChg chg="mod">
          <ac:chgData name="kavuru kartheek" userId="d1fee84de1dd89a8" providerId="LiveId" clId="{2C7568D1-51D7-437B-882C-BAF9B8306A85}" dt="2026-06-22T10:00:39.349" v="6" actId="1076"/>
          <ac:grpSpMkLst>
            <pc:docMk/>
            <pc:sldMk cId="0" sldId="265"/>
            <ac:grpSpMk id="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4015235"/>
            <a:ext cx="10199046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Global Weather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5259734"/>
            <a:ext cx="9445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 interactive, real-time 3D climate visualization platform — built end-to-end with modern full-stack web technologies.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807521" y="788641"/>
            <a:ext cx="7167562" cy="693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Architecture at a Glance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7521" y="1762573"/>
            <a:ext cx="15587215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Three tightly integrated layers work in concert to deliver a seamless meteorological experience — from server to screen.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07521" y="2277666"/>
            <a:ext cx="14672815" cy="6714973"/>
            <a:chOff x="0" y="0"/>
            <a:chExt cx="19563753" cy="895329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9563714" cy="8953246"/>
            </a:xfrm>
            <a:custGeom>
              <a:avLst/>
              <a:gdLst/>
              <a:ahLst/>
              <a:cxnLst/>
              <a:rect l="l" t="t" r="r" b="b"/>
              <a:pathLst>
                <a:path w="19563714" h="8953246">
                  <a:moveTo>
                    <a:pt x="0" y="0"/>
                  </a:moveTo>
                  <a:lnTo>
                    <a:pt x="19563714" y="0"/>
                  </a:lnTo>
                  <a:lnTo>
                    <a:pt x="19563714" y="8953246"/>
                  </a:lnTo>
                  <a:lnTo>
                    <a:pt x="0" y="8953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r="-1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555436" y="3017796"/>
            <a:ext cx="3245796" cy="4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Outer: 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55436" y="3567494"/>
            <a:ext cx="3577590" cy="83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Django, database, real-time APIs and data services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7741" y="5224929"/>
            <a:ext cx="3245796" cy="4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19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Middle: Frontend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54469" y="5774636"/>
            <a:ext cx="3289068" cy="83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84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HTML, CSS, JavaScript with dark UI for visualization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55436" y="6506566"/>
            <a:ext cx="3299441" cy="4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Core: WebGL Render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55436" y="7056272"/>
            <a:ext cx="3577590" cy="548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Three.js Globe.gl 3D Earth with live wind particles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07521" y="9133884"/>
            <a:ext cx="15587215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layer communicates in real time, ensuring the globe stays alive with current planetary conditions the moment a user interacts.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098454"/>
            <a:ext cx="10048875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Backend: Python &amp; Django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342952"/>
            <a:ext cx="9445523" cy="282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server-side foundation is built on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the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Django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web framework. Django's manage.py utility handles administrative tasks and spins up the local development server, while Django automatically provisions a db.sqlite3 database to manage user authentication, admin permissions, and active sessions — keeping the application secure and organized from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01826" y="799357"/>
            <a:ext cx="8930878" cy="7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Frontend: Sleek &amp; Responsive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7160" y="3690785"/>
            <a:ext cx="4183856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HTML · CSS · JavaScript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7160" y="4181180"/>
            <a:ext cx="4998244" cy="224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user-facing layer is crafted with semantic HTML, modern CSS, and vanilla JavaScript — no heavy frontend frameworks. The design features a </a:t>
            </a:r>
            <a:r>
              <a:rPr lang="en-US" sz="1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dark-themed interface</a:t>
            </a: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with a floating, semi-transparent data panel that overlays the globe without obstructing the view.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7160" y="6545456"/>
            <a:ext cx="4998244" cy="110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Minimal, distraction-free layout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Transparent overlay panels for live data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Responsive across screen sizes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1E7E3E-7C18-9927-2E0E-64188143B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29444"/>
            <a:ext cx="10210800" cy="7071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3334788"/>
            <a:ext cx="9965531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WebGL: Beyond Flat Maps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4579296"/>
            <a:ext cx="944552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Rather than relying on traditional 2D map tiles, we leveraged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Three.js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Globe.gl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harness the GPU directly. The browser renders a fully interactive, rotating 3D Earth wrapped in high-resolution satellite textures — delivering a level of realism and immersion that flat maps simply cannot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032119"/>
            <a:ext cx="9222286" cy="82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Simulating Planetary Wind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426494"/>
            <a:ext cx="4540301" cy="4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Vector Field Flow Logic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003499"/>
            <a:ext cx="5298729" cy="359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Wind isn't faked with pre-baked animations. We wrote </a:t>
            </a: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custom mathematical flow logic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that calculates a real-time </a:t>
            </a: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vector field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across the globe's surface. The browser then draws thousands of glowing particles that sweep in smooth, coherent streams — accurately mimicking real patterns like the </a:t>
            </a: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Trade Winds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Westerlies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6858895"/>
            <a:ext cx="5298729" cy="2114845"/>
            <a:chOff x="0" y="0"/>
            <a:chExt cx="7064972" cy="28197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65010" cy="2819781"/>
            </a:xfrm>
            <a:custGeom>
              <a:avLst/>
              <a:gdLst/>
              <a:ahLst/>
              <a:cxnLst/>
              <a:rect l="l" t="t" r="r" b="b"/>
              <a:pathLst>
                <a:path w="7065010" h="2819781">
                  <a:moveTo>
                    <a:pt x="0" y="143891"/>
                  </a:moveTo>
                  <a:cubicBezTo>
                    <a:pt x="0" y="64389"/>
                    <a:pt x="64389" y="0"/>
                    <a:pt x="143891" y="0"/>
                  </a:cubicBezTo>
                  <a:lnTo>
                    <a:pt x="6921119" y="0"/>
                  </a:lnTo>
                  <a:cubicBezTo>
                    <a:pt x="7000621" y="0"/>
                    <a:pt x="7065010" y="64389"/>
                    <a:pt x="7065010" y="143891"/>
                  </a:cubicBezTo>
                  <a:lnTo>
                    <a:pt x="7065010" y="2675890"/>
                  </a:lnTo>
                  <a:cubicBezTo>
                    <a:pt x="7065010" y="2755392"/>
                    <a:pt x="7000621" y="2819781"/>
                    <a:pt x="6921119" y="2819781"/>
                  </a:cubicBezTo>
                  <a:lnTo>
                    <a:pt x="143891" y="2819781"/>
                  </a:lnTo>
                  <a:cubicBezTo>
                    <a:pt x="64389" y="2819781"/>
                    <a:pt x="0" y="2755392"/>
                    <a:pt x="0" y="2675890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249118" y="7240791"/>
            <a:ext cx="321173" cy="256880"/>
            <a:chOff x="0" y="0"/>
            <a:chExt cx="428231" cy="34250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28244" cy="342519"/>
            </a:xfrm>
            <a:custGeom>
              <a:avLst/>
              <a:gdLst/>
              <a:ahLst/>
              <a:cxnLst/>
              <a:rect l="l" t="t" r="r" b="b"/>
              <a:pathLst>
                <a:path w="428244" h="342519">
                  <a:moveTo>
                    <a:pt x="0" y="0"/>
                  </a:moveTo>
                  <a:lnTo>
                    <a:pt x="428244" y="0"/>
                  </a:lnTo>
                  <a:lnTo>
                    <a:pt x="428244" y="342519"/>
                  </a:lnTo>
                  <a:lnTo>
                    <a:pt x="0" y="34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8" r="-355" b="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827162" y="7065912"/>
            <a:ext cx="4206926" cy="1634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Particles follow physically informed flow curves, not random chaos — producing authentic planetary weather behavior.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27352" y="3124943"/>
            <a:ext cx="10377783" cy="5188896"/>
            <a:chOff x="0" y="0"/>
            <a:chExt cx="13837044" cy="691852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3837031" cy="6918579"/>
            </a:xfrm>
            <a:custGeom>
              <a:avLst/>
              <a:gdLst/>
              <a:ahLst/>
              <a:cxnLst/>
              <a:rect l="l" t="t" r="r" b="b"/>
              <a:pathLst>
                <a:path w="13837031" h="6918579">
                  <a:moveTo>
                    <a:pt x="0" y="0"/>
                  </a:moveTo>
                  <a:lnTo>
                    <a:pt x="13837031" y="0"/>
                  </a:lnTo>
                  <a:lnTo>
                    <a:pt x="13837031" y="6918579"/>
                  </a:lnTo>
                  <a:lnTo>
                    <a:pt x="0" y="6918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77961"/>
            <a:ext cx="80026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Live Data via APIs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664296"/>
            <a:ext cx="172179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Two real-world APIs breathe live data into every click on the globe.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4517831"/>
            <a:ext cx="5254971" cy="3476777"/>
            <a:chOff x="0" y="0"/>
            <a:chExt cx="7006628" cy="46357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06717" cy="4635754"/>
            </a:xfrm>
            <a:custGeom>
              <a:avLst/>
              <a:gdLst/>
              <a:ahLst/>
              <a:cxnLst/>
              <a:rect l="l" t="t" r="r" b="b"/>
              <a:pathLst>
                <a:path w="7006717" h="4635754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476496"/>
                  </a:lnTo>
                  <a:cubicBezTo>
                    <a:pt x="7006717" y="4564380"/>
                    <a:pt x="6935470" y="4635754"/>
                    <a:pt x="6847459" y="4635754"/>
                  </a:cubicBezTo>
                  <a:lnTo>
                    <a:pt x="159258" y="4635754"/>
                  </a:lnTo>
                  <a:cubicBezTo>
                    <a:pt x="71247" y="4635754"/>
                    <a:pt x="0" y="4564380"/>
                    <a:pt x="0" y="447649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85284" y="4806105"/>
            <a:ext cx="382785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OpenWeatherMap API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5284" y="5342925"/>
            <a:ext cx="465936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On click, fetches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live wind speed, temperature, and weather conditions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the exact coordinates — no caching, no delay.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16443" y="4517831"/>
            <a:ext cx="5254971" cy="3476777"/>
            <a:chOff x="0" y="0"/>
            <a:chExt cx="7006628" cy="46357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06717" cy="4635754"/>
            </a:xfrm>
            <a:custGeom>
              <a:avLst/>
              <a:gdLst/>
              <a:ahLst/>
              <a:cxnLst/>
              <a:rect l="l" t="t" r="r" b="b"/>
              <a:pathLst>
                <a:path w="7006717" h="4635754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476496"/>
                  </a:lnTo>
                  <a:cubicBezTo>
                    <a:pt x="7006717" y="4564380"/>
                    <a:pt x="6935470" y="4635754"/>
                    <a:pt x="6847459" y="4635754"/>
                  </a:cubicBezTo>
                  <a:lnTo>
                    <a:pt x="159258" y="4635754"/>
                  </a:lnTo>
                  <a:cubicBezTo>
                    <a:pt x="71247" y="4635754"/>
                    <a:pt x="0" y="4564380"/>
                    <a:pt x="0" y="447649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814242" y="4806105"/>
            <a:ext cx="465936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OpenStreetMap Nominatim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14242" y="5785847"/>
            <a:ext cx="465936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Performs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reverse geocoding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translating raw latitude/longitude into readable place names like "Arabian Sea" or "Pacific Ocean."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45401" y="4517831"/>
            <a:ext cx="5254971" cy="3476777"/>
            <a:chOff x="0" y="0"/>
            <a:chExt cx="7006628" cy="46357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6717" cy="4635754"/>
            </a:xfrm>
            <a:custGeom>
              <a:avLst/>
              <a:gdLst/>
              <a:ahLst/>
              <a:cxnLst/>
              <a:rect l="l" t="t" r="r" b="b"/>
              <a:pathLst>
                <a:path w="7006717" h="4635754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476496"/>
                  </a:lnTo>
                  <a:cubicBezTo>
                    <a:pt x="7006717" y="4564380"/>
                    <a:pt x="6935470" y="4635754"/>
                    <a:pt x="6847459" y="4635754"/>
                  </a:cubicBezTo>
                  <a:lnTo>
                    <a:pt x="159258" y="4635754"/>
                  </a:lnTo>
                  <a:cubicBezTo>
                    <a:pt x="71247" y="4635754"/>
                    <a:pt x="0" y="4564380"/>
                    <a:pt x="0" y="447649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343209" y="4806105"/>
            <a:ext cx="407952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Simultaneous Requests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43209" y="5342925"/>
            <a:ext cx="4659363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Both APIs fire </a:t>
            </a:r>
            <a:r>
              <a:rPr lang="en-US" sz="22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 parallel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the moment a user clicks, ensuring instant, synchronized data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83596"/>
            <a:ext cx="10879779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Interaction: Click → Discover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04817" y="2355656"/>
            <a:ext cx="12678366" cy="5802506"/>
            <a:chOff x="0" y="0"/>
            <a:chExt cx="16904487" cy="773667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904463" cy="7736713"/>
            </a:xfrm>
            <a:custGeom>
              <a:avLst/>
              <a:gdLst/>
              <a:ahLst/>
              <a:cxnLst/>
              <a:rect l="l" t="t" r="r" b="b"/>
              <a:pathLst>
                <a:path w="16904463" h="773671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" b="-3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512726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Live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12913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APIs Fire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29407" y="6541456"/>
            <a:ext cx="2380288" cy="92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Pinpoint Drops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0683" y="6770722"/>
            <a:ext cx="2380288" cy="46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User Clicks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8391373"/>
            <a:ext cx="16303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entire interaction — from click to live data display — happens in milliseconds, creating a fluid, professional-grade meteorological tool that feels alive with every click.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121541"/>
            <a:ext cx="80026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Technology Stack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59360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000" b="-499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450547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42297"/>
            <a:ext cx="79745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· Django · SQLite · manage.py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1108" y="359360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99" r="-250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21108" y="450547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1108" y="5042297"/>
            <a:ext cx="797465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HTML5 · CSS3 · Vanilla JavaScript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6158208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000" r="-499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7070084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3D Graphics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606903"/>
            <a:ext cx="7974511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Three.js · Globe.gl · WebGL GPU rendering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1108" y="6158208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000" r="-499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21108" y="7070084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Live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7606903"/>
            <a:ext cx="7974654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OpenWeatherMap API · OpenStreetMap Nominatim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208404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8" y="832094"/>
            <a:ext cx="9445523" cy="160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One Seamless Meteorological Tool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2718940"/>
            <a:ext cx="9445523" cy="158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Global Weather Dashboard unifies </a:t>
            </a:r>
            <a:r>
              <a:rPr lang="en-US" sz="19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backend stability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9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advanced 3D graphics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lang="en-US" sz="19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live data fetching</a:t>
            </a: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into a single, polished experience — a proof of concept for what modern full-stack web development can achieve when every layer is designed to work in harmony.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7821663" y="4556674"/>
            <a:ext cx="9474098" cy="1473251"/>
          </a:xfrm>
          <a:custGeom>
            <a:avLst/>
            <a:gdLst/>
            <a:ahLst/>
            <a:cxnLst/>
            <a:rect l="l" t="t" r="r" b="b"/>
            <a:pathLst>
              <a:path w="9474098" h="1473251">
                <a:moveTo>
                  <a:pt x="0" y="0"/>
                </a:moveTo>
                <a:lnTo>
                  <a:pt x="9474099" y="0"/>
                </a:lnTo>
                <a:lnTo>
                  <a:pt x="9474099" y="1473251"/>
                </a:lnTo>
                <a:lnTo>
                  <a:pt x="0" y="1473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8" b="-8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16951" y="4828137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Real-Time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16951" y="5309892"/>
            <a:ext cx="87978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Live API data on every click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821663" y="6254801"/>
            <a:ext cx="9474098" cy="1473251"/>
          </a:xfrm>
          <a:custGeom>
            <a:avLst/>
            <a:gdLst/>
            <a:ahLst/>
            <a:cxnLst/>
            <a:rect l="l" t="t" r="r" b="b"/>
            <a:pathLst>
              <a:path w="9474098" h="1473251">
                <a:moveTo>
                  <a:pt x="0" y="0"/>
                </a:moveTo>
                <a:lnTo>
                  <a:pt x="9474099" y="0"/>
                </a:lnTo>
                <a:lnTo>
                  <a:pt x="9474099" y="1473251"/>
                </a:lnTo>
                <a:lnTo>
                  <a:pt x="0" y="1473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8" b="-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216951" y="6526263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Immersive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16951" y="7008019"/>
            <a:ext cx="87978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GPU-accelerated 3D Earth rendering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7821663" y="7952927"/>
            <a:ext cx="9474098" cy="1473251"/>
          </a:xfrm>
          <a:custGeom>
            <a:avLst/>
            <a:gdLst/>
            <a:ahLst/>
            <a:cxnLst/>
            <a:rect l="l" t="t" r="r" b="b"/>
            <a:pathLst>
              <a:path w="9474098" h="1473251">
                <a:moveTo>
                  <a:pt x="0" y="0"/>
                </a:moveTo>
                <a:lnTo>
                  <a:pt x="9474099" y="0"/>
                </a:lnTo>
                <a:lnTo>
                  <a:pt x="9474099" y="1473251"/>
                </a:lnTo>
                <a:lnTo>
                  <a:pt x="0" y="1473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8" b="-8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216951" y="8224390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Accurate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16951" y="8706145"/>
            <a:ext cx="87978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Vector-field wind simulation, not random particles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640</Words>
  <Application>Microsoft Office PowerPoint</Application>
  <PresentationFormat>Custom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Bold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Global-Weather-Dashboard (1).pptx</dc:title>
  <cp:lastModifiedBy>kavuru kartheek</cp:lastModifiedBy>
  <cp:revision>1</cp:revision>
  <dcterms:created xsi:type="dcterms:W3CDTF">2006-08-16T00:00:00Z</dcterms:created>
  <dcterms:modified xsi:type="dcterms:W3CDTF">2026-06-22T10:00:50Z</dcterms:modified>
  <dc:identifier>DAHNRvBXYxQ</dc:identifier>
</cp:coreProperties>
</file>